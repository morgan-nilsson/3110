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6" r:id="rId4"/>
    <p:sldId id="287" r:id="rId5"/>
    <p:sldId id="289" r:id="rId6"/>
    <p:sldId id="288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bbasi, Ubaid" initials="AU" lastIdx="1" clrIdx="0">
    <p:extLst>
      <p:ext uri="{19B8F6BF-5375-455C-9EA6-DF929625EA0E}">
        <p15:presenceInfo xmlns:p15="http://schemas.microsoft.com/office/powerpoint/2012/main" userId="S-1-5-21-403264330-680266873-227697207-7742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4" d="100"/>
          <a:sy n="74" d="100"/>
        </p:scale>
        <p:origin x="3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0-14T22:22:25.038" idx="1">
    <p:pos x="10" y="10"/>
    <p:text/>
    <p:extLst>
      <p:ext uri="{C676402C-5697-4E1C-873F-D02D1690AC5C}">
        <p15:threadingInfo xmlns:p15="http://schemas.microsoft.com/office/powerpoint/2012/main" timeZoneBias="36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2025-10-07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0363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2025-10-07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4864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2025-10-07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1411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2025-10-07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5467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2025-10-07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7804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2025-10-07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774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2025-10-07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3334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2025-10-07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8351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2025-10-07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0662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2025-10-07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8629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2025-10-07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8097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2025-10-07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25558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2025-10-07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267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2025-10-07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3666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2025-10-07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95733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2025-10-07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0733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F01C06-6985-402B-91F2-CB77C6E6F40B}" type="datetimeFigureOut">
              <a:rPr lang="en-CA" smtClean="0"/>
              <a:t>2025-10-07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120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Introduction to Graphics</a:t>
            </a:r>
            <a:br>
              <a:rPr lang="en-US" sz="5400" b="1" dirty="0"/>
            </a:br>
            <a:endParaRPr lang="en-CA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More Transformations &amp; Basic Animation</a:t>
            </a:r>
          </a:p>
          <a:p>
            <a:endParaRPr lang="en-US" dirty="0"/>
          </a:p>
          <a:p>
            <a:r>
              <a:rPr lang="en-US" b="1" dirty="0"/>
              <a:t>Dr. Ubaid Abbasi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2770768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Objectives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89475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sz="3200" dirty="0"/>
              <a:t>This  chapter includes following topics</a:t>
            </a:r>
          </a:p>
          <a:p>
            <a:r>
              <a:rPr lang="en-US" sz="3200" dirty="0"/>
              <a:t> Introduced to a matrix transformation library that hides the mathematical details of matrix operation</a:t>
            </a:r>
          </a:p>
          <a:p>
            <a:r>
              <a:rPr lang="en-US" sz="3200" dirty="0"/>
              <a:t>Use the library to quickly and easily combine multiple transformation</a:t>
            </a:r>
          </a:p>
          <a:p>
            <a:r>
              <a:rPr lang="en-US" sz="3200" dirty="0"/>
              <a:t>Explore animation and how the library helps you animate simple shapes</a:t>
            </a:r>
          </a:p>
        </p:txBody>
      </p:sp>
    </p:spTree>
    <p:extLst>
      <p:ext uri="{BB962C8B-B14F-4D97-AF65-F5344CB8AC3E}">
        <p14:creationId xmlns:p14="http://schemas.microsoft.com/office/powerpoint/2010/main" val="1918627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Transformation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Matrix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Library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88466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glTranslatef</a:t>
            </a:r>
            <a:r>
              <a:rPr lang="en-US" dirty="0">
                <a:solidFill>
                  <a:srgbClr val="FF0000"/>
                </a:solidFill>
              </a:rPr>
              <a:t>() </a:t>
            </a:r>
            <a:r>
              <a:rPr lang="en-US" dirty="0"/>
              <a:t>functions are available in OpenGL, however </a:t>
            </a:r>
            <a:r>
              <a:rPr lang="en-US" b="1" dirty="0" err="1">
                <a:solidFill>
                  <a:srgbClr val="FF0000"/>
                </a:solidFill>
              </a:rPr>
              <a:t>WebGL</a:t>
            </a:r>
            <a:r>
              <a:rPr lang="en-US" dirty="0"/>
              <a:t> doesn’t provide these functions.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208" y="3448877"/>
            <a:ext cx="7479195" cy="2027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487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6952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Transformation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Matrix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Library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748" y="1497633"/>
            <a:ext cx="10515600" cy="485347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 </a:t>
            </a:r>
            <a:r>
              <a:rPr lang="en-US" sz="3200" dirty="0"/>
              <a:t>In lib folder you will find a file </a:t>
            </a:r>
            <a:r>
              <a:rPr lang="en-US" sz="3200" dirty="0">
                <a:solidFill>
                  <a:srgbClr val="FF0000"/>
                </a:solidFill>
              </a:rPr>
              <a:t>cuon-matrix.js</a:t>
            </a:r>
            <a:r>
              <a:rPr lang="en-US" sz="3200" dirty="0"/>
              <a:t>. This is a third party library that allow you to create transformation matrices in a similar way specified by </a:t>
            </a:r>
            <a:r>
              <a:rPr lang="en-US" sz="3200" dirty="0" err="1"/>
              <a:t>OpenGl</a:t>
            </a:r>
            <a:r>
              <a:rPr lang="en-US" sz="3200" dirty="0"/>
              <a:t>.</a:t>
            </a:r>
          </a:p>
          <a:p>
            <a:endParaRPr lang="en-US" sz="3200" dirty="0"/>
          </a:p>
          <a:p>
            <a:r>
              <a:rPr lang="en-US" sz="3200" dirty="0"/>
              <a:t> Earlier you saw, </a:t>
            </a:r>
            <a:r>
              <a:rPr lang="en-US" sz="3200" dirty="0" err="1"/>
              <a:t>javascript</a:t>
            </a:r>
            <a:r>
              <a:rPr lang="en-US" sz="3200" dirty="0"/>
              <a:t> provides the sine and cosine function as methods of Math object.</a:t>
            </a:r>
          </a:p>
          <a:p>
            <a:endParaRPr lang="en-US" sz="3200" dirty="0"/>
          </a:p>
          <a:p>
            <a:r>
              <a:rPr lang="en-US" sz="3200" dirty="0"/>
              <a:t> Similarly Transformation matrices are provided as methods of the Matrix4 object defined in </a:t>
            </a:r>
            <a:r>
              <a:rPr lang="en-US" sz="3200" dirty="0">
                <a:solidFill>
                  <a:srgbClr val="FF0000"/>
                </a:solidFill>
              </a:rPr>
              <a:t>cuon-matrix.js.</a:t>
            </a: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732165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Transformation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Matrix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Library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83" y="2067340"/>
            <a:ext cx="11718235" cy="312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989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548"/>
          <a:stretch/>
        </p:blipFill>
        <p:spPr>
          <a:xfrm>
            <a:off x="168966" y="393996"/>
            <a:ext cx="5673678" cy="34063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6235" r="4194"/>
          <a:stretch/>
        </p:blipFill>
        <p:spPr>
          <a:xfrm>
            <a:off x="6090953" y="4268856"/>
            <a:ext cx="6094422" cy="21613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17905" y="3760304"/>
            <a:ext cx="1088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17544" y="0"/>
            <a:ext cx="1088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8235" y="6236804"/>
            <a:ext cx="4045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Why </a:t>
            </a:r>
            <a:r>
              <a:rPr lang="en-US" b="1" dirty="0" err="1">
                <a:solidFill>
                  <a:srgbClr val="FF0000"/>
                </a:solidFill>
              </a:rPr>
              <a:t>xformMatrix.elements</a:t>
            </a:r>
            <a:r>
              <a:rPr lang="en-US" dirty="0">
                <a:solidFill>
                  <a:srgbClr val="FF0000"/>
                </a:solidFill>
              </a:rPr>
              <a:t>?</a:t>
            </a:r>
            <a:endParaRPr lang="en-C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891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99" y="1300434"/>
            <a:ext cx="9144000" cy="405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237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352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Methods</a:t>
            </a:r>
            <a:r>
              <a:rPr lang="en-US" dirty="0">
                <a:solidFill>
                  <a:srgbClr val="C00000"/>
                </a:solidFill>
              </a:rPr>
              <a:t>/</a:t>
            </a:r>
            <a:r>
              <a:rPr lang="en-US" b="1" dirty="0">
                <a:solidFill>
                  <a:srgbClr val="C00000"/>
                </a:solidFill>
              </a:rPr>
              <a:t>Properties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of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Matrix4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976" y="1084434"/>
            <a:ext cx="5718240" cy="43810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3788" b="-1"/>
          <a:stretch/>
        </p:blipFill>
        <p:spPr>
          <a:xfrm>
            <a:off x="3191625" y="5203131"/>
            <a:ext cx="5540400" cy="69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722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149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Combining Multiple Transformation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117" y="1920323"/>
            <a:ext cx="5555974" cy="22292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787" y="1996999"/>
            <a:ext cx="5525075" cy="19885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-34787" y="5729912"/>
            <a:ext cx="121108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It is important to understand the difference between the order of operation</a:t>
            </a:r>
            <a:endParaRPr lang="en-CA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349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510" y="723874"/>
            <a:ext cx="6619373" cy="36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3426" y="5078896"/>
            <a:ext cx="8564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Order of Transformation will show different Results</a:t>
            </a:r>
            <a:endParaRPr lang="en-CA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50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012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Animations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4181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 </a:t>
            </a:r>
            <a:r>
              <a:rPr lang="en-US" sz="3200" dirty="0"/>
              <a:t>Drawing the shape and then Re-Drawing it at a slightly different angle each time.</a:t>
            </a:r>
            <a:endParaRPr lang="en-CA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091" y="3382033"/>
            <a:ext cx="7704000" cy="190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647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Two Key Mechanisms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sz="3200" dirty="0"/>
              <a:t>Repeatedly calls a function to draw a triangle at times t0, t1, t2, t3 and so 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 Clears the previous triangle and then draws a new one with the specified angle each time the function is called.</a:t>
            </a: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355545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Two Key Mechanisms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315" y="2261330"/>
            <a:ext cx="6597973" cy="37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294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Repeatedly Executing Function in JavaScript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77667"/>
            <a:ext cx="9925615" cy="295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3455" y="5527964"/>
            <a:ext cx="11172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This method executes regardless of which Tab is Active. Therefore not suitable for multiple tab browsers</a:t>
            </a:r>
            <a:endParaRPr lang="en-CA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5136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Repeatedly Executing Function in JavaScript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087" y="1990277"/>
            <a:ext cx="10285825" cy="30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403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875" y="1164761"/>
            <a:ext cx="9783813" cy="50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321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2705" r="4195"/>
          <a:stretch/>
        </p:blipFill>
        <p:spPr>
          <a:xfrm>
            <a:off x="2033850" y="1812175"/>
            <a:ext cx="7783482" cy="332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861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370" y="1677723"/>
            <a:ext cx="8858282" cy="3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87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10" y="1802866"/>
            <a:ext cx="9592027" cy="42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01421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4020</TotalTime>
  <Words>279</Words>
  <Application>Microsoft Office PowerPoint</Application>
  <PresentationFormat>Widescreen</PresentationFormat>
  <Paragraphs>34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Wingdings 3</vt:lpstr>
      <vt:lpstr>Wisp</vt:lpstr>
      <vt:lpstr>Introduction to Graphics </vt:lpstr>
      <vt:lpstr>Objectives</vt:lpstr>
      <vt:lpstr>Transformation Matrix Library</vt:lpstr>
      <vt:lpstr>Transformation Matrix Library</vt:lpstr>
      <vt:lpstr>Transformation Matrix Library</vt:lpstr>
      <vt:lpstr>PowerPoint Presentation</vt:lpstr>
      <vt:lpstr>PowerPoint Presentation</vt:lpstr>
      <vt:lpstr>Methods/Properties of Matrix4</vt:lpstr>
      <vt:lpstr>Combining Multiple Transformation</vt:lpstr>
      <vt:lpstr>PowerPoint Presentation</vt:lpstr>
      <vt:lpstr>Animations</vt:lpstr>
      <vt:lpstr>Two Key Mechanisms</vt:lpstr>
      <vt:lpstr>Two Key Mechanisms</vt:lpstr>
      <vt:lpstr>Repeatedly Executing Function in JavaScript</vt:lpstr>
      <vt:lpstr>Repeatedly Executing Function in JavaScript</vt:lpstr>
      <vt:lpstr>PowerPoint Presentation</vt:lpstr>
      <vt:lpstr>PowerPoint Presentation</vt:lpstr>
      <vt:lpstr>PowerPoint Presentation</vt:lpstr>
      <vt:lpstr>PowerPoint Presentation</vt:lpstr>
    </vt:vector>
  </TitlesOfParts>
  <Company>GPRC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Graphics Lecture 5</dc:title>
  <dc:creator>Abbasi, Ubaid</dc:creator>
  <cp:lastModifiedBy>Abbasi, Ubaid</cp:lastModifiedBy>
  <cp:revision>38</cp:revision>
  <dcterms:created xsi:type="dcterms:W3CDTF">2018-09-24T15:07:52Z</dcterms:created>
  <dcterms:modified xsi:type="dcterms:W3CDTF">2025-10-07T17:28:36Z</dcterms:modified>
</cp:coreProperties>
</file>